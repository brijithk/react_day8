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107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89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00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61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5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61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39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94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41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48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478E3-DAAF-46DA-AD1E-0232D703DCEA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73BF5-6CEF-47DC-99C4-36C090702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9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9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Gathering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i="1" dirty="0"/>
              <a:t>Data collection</a:t>
            </a:r>
            <a:r>
              <a:rPr lang="en-US" sz="1600" dirty="0"/>
              <a:t> revolves around gathering raw data from various sources, with the objective of using it for analysis and decision-making.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0112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PRE-PROCESSING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9"/>
            <a:ext cx="116453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Resizing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Ensures all images are the same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(224x224)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Converts pixel values from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0-255 → 0-1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 smtClean="0"/>
              <a:t>Data Augmentation</a:t>
            </a:r>
            <a:r>
              <a:rPr lang="en-US" sz="1800" dirty="0" smtClean="0"/>
              <a:t> → Applies transformations </a:t>
            </a:r>
            <a:r>
              <a:rPr lang="en-US" sz="1800" b="1" dirty="0" smtClean="0"/>
              <a:t>(rotation, flipping, zooming, etc.)</a:t>
            </a:r>
            <a:r>
              <a:rPr lang="en-US" sz="1800" dirty="0" smtClean="0"/>
              <a:t> to make the model more generalizable.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88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47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Gathering data</vt:lpstr>
      <vt:lpstr>PRE-PROCESSING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2025-03-08T10:06:39Z</dcterms:created>
  <dcterms:modified xsi:type="dcterms:W3CDTF">2025-03-08T16:28:10Z</dcterms:modified>
</cp:coreProperties>
</file>